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0" r:id="rId5"/>
    <p:sldId id="261" r:id="rId6"/>
    <p:sldId id="262" r:id="rId7"/>
    <p:sldId id="264" r:id="rId8"/>
    <p:sldId id="265" r:id="rId9"/>
    <p:sldId id="270" r:id="rId10"/>
    <p:sldId id="271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</a:t>
            </a:r>
            <a:r>
              <a:rPr lang="en-IN" alt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Sudha P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Associate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of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IN" altLang="en-US" sz="20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Computer Science and Engineering</a:t>
            </a:r>
            <a:endParaRPr lang="en-US" sz="20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IN" altLang="en-US" sz="20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Dr.A</a:t>
            </a:r>
            <a:r>
              <a:rPr lang="en-US" altLang="en-US" sz="20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sif Mohamma</a:t>
            </a:r>
            <a:r>
              <a:rPr lang="en-IN" altLang="en-US" sz="20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</a:t>
            </a:r>
            <a:endParaRPr lang="en-US" altLang="en-US" sz="2000" b="1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  <a:r>
              <a:rPr lang="en-IN" altLang="en-US" sz="20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IN" altLang="en-US" sz="20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Dr.Balakrishnan</a:t>
            </a:r>
            <a:endParaRPr lang="en-US" sz="20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. Md Ziaur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Rahman</a:t>
            </a:r>
            <a:endParaRPr lang="en-US" sz="2000" b="1" dirty="0" smtClean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+mn-ea"/>
              </a:rPr>
              <a:t>Review-2 Presentation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IN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MLFF</a:t>
            </a:r>
            <a:b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Hemanth Nagaraj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20221CSE0527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8CSE09</a:t>
                      </a:r>
                      <a:endParaRPr lang="en-IN" alt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</a:t>
            </a: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endParaRPr lang="en-US" sz="20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</a:t>
            </a:r>
            <a:r>
              <a:rPr lang="en-IN" sz="20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endParaRPr lang="en-IN" sz="2000" b="1" dirty="0" smtClean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210"/>
            <a:ext cx="10515600" cy="454088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ViaPlus is a global mobility company in the Intelligent Transportation Systems (ITS) market, specializing in revenue and services management solutions for the transportation industry.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applications include: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Toll Collection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Latitude Road User Charging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Beacon EV Charging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romanL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Mobility Ecosystems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515600" cy="4379595"/>
          </a:xfrm>
        </p:spPr>
        <p:txBody>
          <a:bodyPr>
            <a:normAutofit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Domain: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MLFF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Mobility Back Office (MBO) &amp; Financial Transaction Processing.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Converting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technology (ASP.Net and .Net 4)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 using the latest tech stack(Angular and .Net8)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Ecosystem: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Moving from legacy toll plazas to Free-Flow (Open Road) Tolling.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Technology Stack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MBO Architecture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(AI/ML)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Integration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Infrastructure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275"/>
            <a:ext cx="10515600" cy="445897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challanges faced during the internship are: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romanL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Adapting to new technology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romanL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"Zero-Error" Mindset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college assignments, code here handles real money. The pressure to write production-grade code with strict error handling and logging standards was high.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hands-on experience in the Intelligent Transportation Systems (ITS) domain by contributing to the development and optimization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end-to-end lifecycle of an Electronic Toll Collection (ETC) transaction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adapt to the corporate Agile/Scrum methodology, actively participating in sprints, stand-ups, and cross-functional team reviews.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User Details Page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 Verification for customers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Bulk upload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could edit their details online without the support of customer care executive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agents could verify Pan with a click of a button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 office system will not have to enter each data one by one, now the system handles it and can be uploaded in bulk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dirty="0" smtClean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 smtClean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 smtClean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2390</Words>
  <Application>WPS Presentation</Application>
  <PresentationFormat>Widescreen</PresentationFormat>
  <Paragraphs>102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Cambria</vt:lpstr>
      <vt:lpstr>Verdana</vt:lpstr>
      <vt:lpstr>Times New Roman</vt:lpstr>
      <vt:lpstr>Tahoma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Content</vt:lpstr>
      <vt:lpstr>About Company or Organization</vt:lpstr>
      <vt:lpstr>Working domain or the technology</vt:lpstr>
      <vt:lpstr>Challenges Faced in Internship</vt:lpstr>
      <vt:lpstr>Objectives of the work</vt:lpstr>
      <vt:lpstr>Problem Statement</vt:lpstr>
      <vt:lpstr>Advantages of Proposed System/Work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Hemanth Nagaraj</cp:lastModifiedBy>
  <cp:revision>727</cp:revision>
  <dcterms:created xsi:type="dcterms:W3CDTF">2022-10-14T07:18:00Z</dcterms:created>
  <dcterms:modified xsi:type="dcterms:W3CDTF">2026-04-24T14:27:21Z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097B9E3C160F4613A48A89303F3BB482_12</vt:lpwstr>
  </property>
  <property fmtid="{D5CDD505-2E9C-101B-9397-08002B2CF9AE}" pid="3" name="KSOProductBuildVer">
    <vt:lpwstr>1033-12.1.0.25242</vt:lpwstr>
  </property>
</Properties>
</file>